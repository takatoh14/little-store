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3657600" cy="3657600"/>
          </a:xfrm>
          <a:prstGeom prst="ellipse">
            <a:avLst/>
          </a:prstGeom>
          <a:solidFill>
            <a:srgbClr val="B8504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A7BEAE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EC開発プロジェクト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基本設計書 ── Little Store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2026年7月2日 / Version 1.0　※UI/UXデザインはFigmaで別途作成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この文書の位置づけ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要件定義書で決めた機能・データ・APIを、実際にコードへ落とし込めるレベルまで具体化します。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画面デザイン（UI/UX）はFigma側で並行して作成するため、本書ではシステム構成・データベース・API・開発環境など「画面の裏側」を扱います。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17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3017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Excel（詳細版）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74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Docker環境設定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3474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Excel（詳細版）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DBマイグレーション定義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3931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Excel（詳細版）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89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API詳細仕様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389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Excel（詳細版）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この文書の位置づけ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基本設計書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システム構成（詳細）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コンテナ名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役割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ポート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Webサーバー。リクエストの受付・振り分け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app（php-fpm）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Laravelアプリケーションの実行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db（mysql）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データベース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フロントエンド開発サーバー（Vite）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nginxが「受付係」、php-fpmが「実際に処理する人」という役割分担です。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システム構成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基本設計書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Dockerコンテナ構成図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ユーザー（ブラウザ）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0" y="1325880"/>
            <a:ext cx="0" cy="228600"/>
          </a:xfrm>
          <a:prstGeom prst="line">
            <a:avLst/>
          </a:prstGeom>
          <a:noFill/>
          <a:ln w="19050">
            <a:solidFill>
              <a:srgbClr val="6B645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046720" cy="3017520"/>
          </a:xfrm>
          <a:prstGeom prst="roundRect">
            <a:avLst>
              <a:gd name="adj" fmla="val 303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docker-compose環境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C05B3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24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Webサーバー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ポート80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3C7A6B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app（php-fpm）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724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Laravel実行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ポート9000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356616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8A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db（mysql）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データ保存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ポート3306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356616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8A6D9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Vite開発サーバー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ポート5173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761488"/>
            <a:ext cx="1097280" cy="0"/>
          </a:xfrm>
          <a:prstGeom prst="line">
            <a:avLst/>
          </a:prstGeom>
          <a:noFill/>
          <a:ln w="19050">
            <a:solidFill>
              <a:srgbClr val="8A3A2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Docker構成図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基本設計書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認証設計（Laravel Sanctum）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10312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ログインフォーム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810512" y="2537460"/>
            <a:ext cx="73152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83664" y="210312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B85042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929384" y="210312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/api/login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45536" y="2537460"/>
            <a:ext cx="73152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18688" y="210312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210312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トークン発行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2537460"/>
            <a:ext cx="73152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53712" y="210312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B85042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10312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フロントが保存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15584" y="2537460"/>
            <a:ext cx="73152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88736" y="210312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934456" y="210312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ヘッダーに付与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50608" y="2537460"/>
            <a:ext cx="73152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2103120"/>
            <a:ext cx="1261872" cy="868680"/>
          </a:xfrm>
          <a:prstGeom prst="roundRect">
            <a:avLst>
              <a:gd name="adj" fmla="val 6316"/>
            </a:avLst>
          </a:prstGeom>
          <a:solidFill>
            <a:srgbClr val="B85042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210312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認証が必要なAPI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管理者権限が必要なAPI（/api/admin/*）は、トークンに紐づく users.role が admin であることをミドルウェアでチェックします。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認証設計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基本設計書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命名規則・コーディング規約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PHP（Laravel）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PSR-12準拠。クラス名はパスカルケース、メソッド名はキャメルケース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データベース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テーブル名は複数形スネークケース、カラム名はスネークケース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TypeScript（React）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ESLint + Prettier導入。コンポーネント名はパスカルケース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BEM記法を推奨（例: .product-card__title）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feat: / fix: / docs: / refactor: / test: のprefixを使用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命名規則・コーディング規約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基本設計書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次のステップ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次は「詳細設計」フェーズへ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164592" cy="16459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各Controller・Serviceクラスの処理フロー（擬似コードレベル）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164592" cy="16459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バリデーションルールの詳細（FormRequestクラス単位）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73552"/>
            <a:ext cx="164592" cy="16459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テストケースの洗い出し（正常系・異常系）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22192"/>
            <a:ext cx="164592" cy="16459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49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Figmaのデザインが完成次第、フロントエンドのコンポーネント設計を整理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次のステップ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基本設計書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EC基本設計書</dc:title>
  <dc:subject>PptxGenJS Presentation</dc:subject>
  <dc:creator>Claude</dc:creator>
  <cp:lastModifiedBy>Claude</cp:lastModifiedBy>
  <cp:revision>1</cp:revision>
  <dcterms:created xsi:type="dcterms:W3CDTF">2026-07-02T10:42:13Z</dcterms:created>
  <dcterms:modified xsi:type="dcterms:W3CDTF">2026-07-02T10:42:13Z</dcterms:modified>
</cp:coreProperties>
</file>